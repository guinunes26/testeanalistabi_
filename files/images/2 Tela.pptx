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64" r:id="rId2"/>
  </p:sldIdLst>
  <p:sldSz cx="20116800" cy="11887200"/>
  <p:notesSz cx="6858000" cy="9144000"/>
  <p:defaultTextStyle>
    <a:defPPr>
      <a:defRPr lang="en-US"/>
    </a:defPPr>
    <a:lvl1pPr marL="0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1pPr>
    <a:lvl2pPr marL="593080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2pPr>
    <a:lvl3pPr marL="1186160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3pPr>
    <a:lvl4pPr marL="1779240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4pPr>
    <a:lvl5pPr marL="237231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5pPr>
    <a:lvl6pPr marL="296539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6pPr>
    <a:lvl7pPr marL="355847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7pPr>
    <a:lvl8pPr marL="415155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8pPr>
    <a:lvl9pPr marL="4744639" algn="l" defTabSz="593080" rtl="0" eaLnBrk="1" latinLnBrk="0" hangingPunct="1">
      <a:defRPr sz="233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EFF"/>
    <a:srgbClr val="033570"/>
    <a:srgbClr val="0B2545"/>
    <a:srgbClr val="00223E"/>
    <a:srgbClr val="04233F"/>
    <a:srgbClr val="CDD6DB"/>
    <a:srgbClr val="002060"/>
    <a:srgbClr val="BA7A2A"/>
    <a:srgbClr val="D4AF3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AE482E-97A0-4791-8B7A-7BB0327CA535}" v="2" dt="2026-07-29T19:27:28.5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29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da Silva Nunes" userId="d4b1f769-7bd4-4cca-85d4-134e07dcdc1c" providerId="ADAL" clId="{EB1E2B5D-F2DC-474C-8995-B7CD78FF1FD1}"/>
    <pc:docChg chg="undo redo custSel addSld delSld modSld sldOrd modMainMaster">
      <pc:chgData name="Guilherme da Silva Nunes" userId="d4b1f769-7bd4-4cca-85d4-134e07dcdc1c" providerId="ADAL" clId="{EB1E2B5D-F2DC-474C-8995-B7CD78FF1FD1}" dt="2026-07-30T14:20:31.585" v="2232" actId="20577"/>
      <pc:docMkLst>
        <pc:docMk/>
      </pc:docMkLst>
      <pc:sldChg chg="addSp delSp modSp add mod">
        <pc:chgData name="Guilherme da Silva Nunes" userId="d4b1f769-7bd4-4cca-85d4-134e07dcdc1c" providerId="ADAL" clId="{EB1E2B5D-F2DC-474C-8995-B7CD78FF1FD1}" dt="2026-07-30T14:20:31.585" v="2232" actId="20577"/>
        <pc:sldMkLst>
          <pc:docMk/>
          <pc:sldMk cId="735239740" sldId="264"/>
        </pc:sldMkLst>
        <pc:spChg chg="add mod">
          <ac:chgData name="Guilherme da Silva Nunes" userId="d4b1f769-7bd4-4cca-85d4-134e07dcdc1c" providerId="ADAL" clId="{EB1E2B5D-F2DC-474C-8995-B7CD78FF1FD1}" dt="2026-07-29T19:28:55.831" v="2217" actId="14100"/>
          <ac:spMkLst>
            <pc:docMk/>
            <pc:sldMk cId="735239740" sldId="264"/>
            <ac:spMk id="4" creationId="{CD729113-6456-C7DF-62C4-1EC9EB4149D5}"/>
          </ac:spMkLst>
        </pc:spChg>
        <pc:spChg chg="mod">
          <ac:chgData name="Guilherme da Silva Nunes" userId="d4b1f769-7bd4-4cca-85d4-134e07dcdc1c" providerId="ADAL" clId="{EB1E2B5D-F2DC-474C-8995-B7CD78FF1FD1}" dt="2026-07-29T19:27:28.563" v="2180" actId="1076"/>
          <ac:spMkLst>
            <pc:docMk/>
            <pc:sldMk cId="735239740" sldId="264"/>
            <ac:spMk id="5" creationId="{E71A659D-C643-57AC-5ED1-50635F16E2E1}"/>
          </ac:spMkLst>
        </pc:spChg>
        <pc:spChg chg="mod">
          <ac:chgData name="Guilherme da Silva Nunes" userId="d4b1f769-7bd4-4cca-85d4-134e07dcdc1c" providerId="ADAL" clId="{EB1E2B5D-F2DC-474C-8995-B7CD78FF1FD1}" dt="2026-07-29T19:27:28.563" v="2180" actId="1076"/>
          <ac:spMkLst>
            <pc:docMk/>
            <pc:sldMk cId="735239740" sldId="264"/>
            <ac:spMk id="6" creationId="{D6DD5099-6F43-C805-B990-F873B58A870A}"/>
          </ac:spMkLst>
        </pc:spChg>
        <pc:spChg chg="add mod">
          <ac:chgData name="Guilherme da Silva Nunes" userId="d4b1f769-7bd4-4cca-85d4-134e07dcdc1c" providerId="ADAL" clId="{EB1E2B5D-F2DC-474C-8995-B7CD78FF1FD1}" dt="2026-07-29T19:28:55.831" v="2217" actId="14100"/>
          <ac:spMkLst>
            <pc:docMk/>
            <pc:sldMk cId="735239740" sldId="264"/>
            <ac:spMk id="8" creationId="{E448C4EC-421B-E6D7-F982-1052F4592DF0}"/>
          </ac:spMkLst>
        </pc:spChg>
        <pc:spChg chg="add mod">
          <ac:chgData name="Guilherme da Silva Nunes" userId="d4b1f769-7bd4-4cca-85d4-134e07dcdc1c" providerId="ADAL" clId="{EB1E2B5D-F2DC-474C-8995-B7CD78FF1FD1}" dt="2026-07-29T19:30:00.210" v="2227" actId="14100"/>
          <ac:spMkLst>
            <pc:docMk/>
            <pc:sldMk cId="735239740" sldId="264"/>
            <ac:spMk id="14" creationId="{337DD7A8-6FA8-CD93-A95B-F4CF1C02A437}"/>
          </ac:spMkLst>
        </pc:spChg>
        <pc:spChg chg="add mod">
          <ac:chgData name="Guilherme da Silva Nunes" userId="d4b1f769-7bd4-4cca-85d4-134e07dcdc1c" providerId="ADAL" clId="{EB1E2B5D-F2DC-474C-8995-B7CD78FF1FD1}" dt="2026-07-29T19:30:00.210" v="2227" actId="14100"/>
          <ac:spMkLst>
            <pc:docMk/>
            <pc:sldMk cId="735239740" sldId="264"/>
            <ac:spMk id="16" creationId="{A21D586E-9847-A373-79DC-EA667C3D28DB}"/>
          </ac:spMkLst>
        </pc:spChg>
        <pc:spChg chg="add mod">
          <ac:chgData name="Guilherme da Silva Nunes" userId="d4b1f769-7bd4-4cca-85d4-134e07dcdc1c" providerId="ADAL" clId="{EB1E2B5D-F2DC-474C-8995-B7CD78FF1FD1}" dt="2026-07-29T19:30:04.575" v="2228" actId="1076"/>
          <ac:spMkLst>
            <pc:docMk/>
            <pc:sldMk cId="735239740" sldId="264"/>
            <ac:spMk id="18" creationId="{C2FE414D-F1D6-BA27-A1C6-7B36757F48A6}"/>
          </ac:spMkLst>
        </pc:spChg>
        <pc:spChg chg="mod">
          <ac:chgData name="Guilherme da Silva Nunes" userId="d4b1f769-7bd4-4cca-85d4-134e07dcdc1c" providerId="ADAL" clId="{EB1E2B5D-F2DC-474C-8995-B7CD78FF1FD1}" dt="2026-07-29T19:28:41.388" v="2214" actId="14100"/>
          <ac:spMkLst>
            <pc:docMk/>
            <pc:sldMk cId="735239740" sldId="264"/>
            <ac:spMk id="22" creationId="{B7291524-9450-67F0-A4FA-F4F6F41E8FC9}"/>
          </ac:spMkLst>
        </pc:spChg>
        <pc:spChg chg="mod">
          <ac:chgData name="Guilherme da Silva Nunes" userId="d4b1f769-7bd4-4cca-85d4-134e07dcdc1c" providerId="ADAL" clId="{EB1E2B5D-F2DC-474C-8995-B7CD78FF1FD1}" dt="2026-07-29T19:28:33.665" v="2212" actId="1035"/>
          <ac:spMkLst>
            <pc:docMk/>
            <pc:sldMk cId="735239740" sldId="264"/>
            <ac:spMk id="23" creationId="{80B139FE-F952-9222-25E0-EB9181B1C7CA}"/>
          </ac:spMkLst>
        </pc:spChg>
        <pc:spChg chg="mod">
          <ac:chgData name="Guilherme da Silva Nunes" userId="d4b1f769-7bd4-4cca-85d4-134e07dcdc1c" providerId="ADAL" clId="{EB1E2B5D-F2DC-474C-8995-B7CD78FF1FD1}" dt="2026-07-30T14:20:31.585" v="2232" actId="20577"/>
          <ac:spMkLst>
            <pc:docMk/>
            <pc:sldMk cId="735239740" sldId="264"/>
            <ac:spMk id="53" creationId="{8ED16C9C-A9A5-CD36-DC0B-8643D630BA8D}"/>
          </ac:spMkLst>
        </pc:spChg>
        <pc:picChg chg="mod">
          <ac:chgData name="Guilherme da Silva Nunes" userId="d4b1f769-7bd4-4cca-85d4-134e07dcdc1c" providerId="ADAL" clId="{EB1E2B5D-F2DC-474C-8995-B7CD78FF1FD1}" dt="2026-07-29T19:27:28.563" v="2180" actId="1076"/>
          <ac:picMkLst>
            <pc:docMk/>
            <pc:sldMk cId="735239740" sldId="264"/>
            <ac:picMk id="2" creationId="{4BA62F84-44C4-C742-ACE7-8C4605683CFB}"/>
          </ac:picMkLst>
        </pc:picChg>
        <pc:picChg chg="mod">
          <ac:chgData name="Guilherme da Silva Nunes" userId="d4b1f769-7bd4-4cca-85d4-134e07dcdc1c" providerId="ADAL" clId="{EB1E2B5D-F2DC-474C-8995-B7CD78FF1FD1}" dt="2026-07-29T19:27:28.563" v="2180" actId="1076"/>
          <ac:picMkLst>
            <pc:docMk/>
            <pc:sldMk cId="735239740" sldId="264"/>
            <ac:picMk id="52" creationId="{11E7CA1C-0626-3E4B-0BE0-F0A91203AC2A}"/>
          </ac:picMkLst>
        </pc:picChg>
      </pc:sldChg>
      <pc:sldChg chg="delSp add del mod">
        <pc:chgData name="Guilherme da Silva Nunes" userId="d4b1f769-7bd4-4cca-85d4-134e07dcdc1c" providerId="ADAL" clId="{EB1E2B5D-F2DC-474C-8995-B7CD78FF1FD1}" dt="2026-07-29T19:28:59.704" v="2218" actId="47"/>
        <pc:sldMkLst>
          <pc:docMk/>
          <pc:sldMk cId="3553395319" sldId="265"/>
        </pc:sldMkLst>
      </pc:sldChg>
      <pc:sldChg chg="modSp add del mod">
        <pc:chgData name="Guilherme da Silva Nunes" userId="d4b1f769-7bd4-4cca-85d4-134e07dcdc1c" providerId="ADAL" clId="{EB1E2B5D-F2DC-474C-8995-B7CD78FF1FD1}" dt="2026-07-29T19:29:00.619" v="2219" actId="47"/>
        <pc:sldMkLst>
          <pc:docMk/>
          <pc:sldMk cId="1806818668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760" y="1945429"/>
            <a:ext cx="17099280" cy="4138507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6243532"/>
            <a:ext cx="15087600" cy="2869988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956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700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554" y="2963549"/>
            <a:ext cx="17350740" cy="494474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2554" y="7955072"/>
            <a:ext cx="17350740" cy="260032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6809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3030" y="3164417"/>
            <a:ext cx="8549640" cy="75423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84130" y="3164417"/>
            <a:ext cx="8549640" cy="75423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760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632886"/>
            <a:ext cx="17350740" cy="229764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652" y="2914016"/>
            <a:ext cx="8510348" cy="1428115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652" y="4342130"/>
            <a:ext cx="8510348" cy="63866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84132" y="2914016"/>
            <a:ext cx="8552261" cy="1428115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84132" y="4342130"/>
            <a:ext cx="8552261" cy="638661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833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7201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899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792481"/>
            <a:ext cx="6488192" cy="277368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2262" y="1711540"/>
            <a:ext cx="10184130" cy="8447617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3566161"/>
            <a:ext cx="6488192" cy="660675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9747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1" y="792481"/>
            <a:ext cx="6488192" cy="277368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52262" y="1711540"/>
            <a:ext cx="10184130" cy="8447617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1" y="3566161"/>
            <a:ext cx="6488192" cy="660675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8133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5006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96086" y="632884"/>
            <a:ext cx="4337686" cy="10073853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3031" y="632884"/>
            <a:ext cx="12761596" cy="10073853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247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3030" y="632886"/>
            <a:ext cx="17350740" cy="22976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3030" y="3164417"/>
            <a:ext cx="17350740" cy="75423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3030" y="11017676"/>
            <a:ext cx="4526280" cy="6328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C668F-C7CD-4AF5-B808-F2AE061C6CE5}" type="datetimeFigureOut">
              <a:rPr lang="pt-BR" smtClean="0"/>
              <a:t>03/08/2026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63690" y="11017676"/>
            <a:ext cx="6789420" cy="6328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7490" y="11017676"/>
            <a:ext cx="4526280" cy="6328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B69351-E99F-49E3-8E9F-F182812BBB8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919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A0637-9B71-4E00-7BA8-EB17A13D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80B139FE-F952-9222-25E0-EB9181B1C7CA}"/>
              </a:ext>
            </a:extLst>
          </p:cNvPr>
          <p:cNvSpPr/>
          <p:nvPr/>
        </p:nvSpPr>
        <p:spPr>
          <a:xfrm>
            <a:off x="3703228" y="7845279"/>
            <a:ext cx="16280222" cy="3766481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6DD5099-6F43-C805-B990-F873B58A870A}"/>
              </a:ext>
            </a:extLst>
          </p:cNvPr>
          <p:cNvSpPr/>
          <p:nvPr/>
        </p:nvSpPr>
        <p:spPr>
          <a:xfrm>
            <a:off x="117438" y="152335"/>
            <a:ext cx="19866012" cy="2460836"/>
          </a:xfrm>
          <a:prstGeom prst="roundRect">
            <a:avLst>
              <a:gd name="adj" fmla="val 0"/>
            </a:avLst>
          </a:prstGeom>
          <a:solidFill>
            <a:srgbClr val="004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 dirty="0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8ED16C9C-A9A5-CD36-DC0B-8643D630BA8D}"/>
              </a:ext>
            </a:extLst>
          </p:cNvPr>
          <p:cNvSpPr txBox="1"/>
          <p:nvPr/>
        </p:nvSpPr>
        <p:spPr>
          <a:xfrm>
            <a:off x="829405" y="933547"/>
            <a:ext cx="25244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5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Análise das Empresas</a:t>
            </a:r>
          </a:p>
        </p:txBody>
      </p:sp>
      <p:pic>
        <p:nvPicPr>
          <p:cNvPr id="3" name="Gráfico 2" descr="Trillia um negócio B3">
            <a:extLst>
              <a:ext uri="{FF2B5EF4-FFF2-40B4-BE49-F238E27FC236}">
                <a16:creationId xmlns:a16="http://schemas.microsoft.com/office/drawing/2014/main" id="{32A9A7D6-51E0-4C5F-0113-3B1E0A422F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7650" y="275439"/>
            <a:ext cx="3314700" cy="535004"/>
          </a:xfrm>
          <a:prstGeom prst="rect">
            <a:avLst/>
          </a:prstGeom>
        </p:spPr>
      </p:pic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BAFE301-AF1E-158E-642A-5676FC8B38E7}"/>
              </a:ext>
            </a:extLst>
          </p:cNvPr>
          <p:cNvSpPr/>
          <p:nvPr/>
        </p:nvSpPr>
        <p:spPr>
          <a:xfrm>
            <a:off x="117438" y="2876550"/>
            <a:ext cx="3325568" cy="87352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448C4EC-421B-E6D7-F982-1052F4592DF0}"/>
              </a:ext>
            </a:extLst>
          </p:cNvPr>
          <p:cNvSpPr/>
          <p:nvPr/>
        </p:nvSpPr>
        <p:spPr>
          <a:xfrm>
            <a:off x="3703228" y="2876550"/>
            <a:ext cx="8100000" cy="47053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3B6260D3-13E9-A18C-4342-AF1106AE49C7}"/>
              </a:ext>
            </a:extLst>
          </p:cNvPr>
          <p:cNvSpPr/>
          <p:nvPr/>
        </p:nvSpPr>
        <p:spPr>
          <a:xfrm>
            <a:off x="12063450" y="2876550"/>
            <a:ext cx="7920000" cy="47053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41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DDEE86B9-4CBB-72A3-A881-34ED393997C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865" y="10858403"/>
            <a:ext cx="650165" cy="650165"/>
          </a:xfrm>
          <a:prstGeom prst="rect">
            <a:avLst/>
          </a:prstGeom>
          <a:noFill/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BDC5593F-BE0C-8869-F1BC-582038B198FC}"/>
              </a:ext>
            </a:extLst>
          </p:cNvPr>
          <p:cNvSpPr txBox="1"/>
          <p:nvPr/>
        </p:nvSpPr>
        <p:spPr>
          <a:xfrm>
            <a:off x="304753" y="2942231"/>
            <a:ext cx="29761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500" dirty="0">
                <a:solidFill>
                  <a:srgbClr val="004E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Filtro para Análises</a:t>
            </a:r>
          </a:p>
        </p:txBody>
      </p:sp>
    </p:spTree>
    <p:extLst>
      <p:ext uri="{BB962C8B-B14F-4D97-AF65-F5344CB8AC3E}">
        <p14:creationId xmlns:p14="http://schemas.microsoft.com/office/powerpoint/2010/main" val="735239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1228</TotalTime>
  <Words>6</Words>
  <Application>Microsoft Office PowerPoint</Application>
  <PresentationFormat>Personalizar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da Silva Nunes</dc:creator>
  <cp:lastModifiedBy>Guilherme Nunes</cp:lastModifiedBy>
  <cp:revision>18</cp:revision>
  <dcterms:created xsi:type="dcterms:W3CDTF">2026-06-05T15:19:51Z</dcterms:created>
  <dcterms:modified xsi:type="dcterms:W3CDTF">2026-08-03T05:10:02Z</dcterms:modified>
</cp:coreProperties>
</file>