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64" r:id="rId2"/>
  </p:sldIdLst>
  <p:sldSz cx="13716000" cy="10953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2545"/>
    <a:srgbClr val="00223E"/>
    <a:srgbClr val="04233F"/>
    <a:srgbClr val="CDD6DB"/>
    <a:srgbClr val="002060"/>
    <a:srgbClr val="BA7A2A"/>
    <a:srgbClr val="D4AF3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AE482E-97A0-4791-8B7A-7BB0327CA535}" v="2" dt="2026-07-29T19:27:28.5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9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da Silva Nunes" userId="d4b1f769-7bd4-4cca-85d4-134e07dcdc1c" providerId="ADAL" clId="{EB1E2B5D-F2DC-474C-8995-B7CD78FF1FD1}"/>
    <pc:docChg chg="undo redo custSel addSld delSld modSld sldOrd modMainMaster">
      <pc:chgData name="Guilherme da Silva Nunes" userId="d4b1f769-7bd4-4cca-85d4-134e07dcdc1c" providerId="ADAL" clId="{EB1E2B5D-F2DC-474C-8995-B7CD78FF1FD1}" dt="2026-07-30T14:20:31.585" v="2232" actId="20577"/>
      <pc:docMkLst>
        <pc:docMk/>
      </pc:docMkLst>
      <pc:sldChg chg="addSp delSp modSp add mod">
        <pc:chgData name="Guilherme da Silva Nunes" userId="d4b1f769-7bd4-4cca-85d4-134e07dcdc1c" providerId="ADAL" clId="{EB1E2B5D-F2DC-474C-8995-B7CD78FF1FD1}" dt="2026-07-30T14:20:31.585" v="2232" actId="20577"/>
        <pc:sldMkLst>
          <pc:docMk/>
          <pc:sldMk cId="735239740" sldId="264"/>
        </pc:sldMkLst>
        <pc:spChg chg="add mod">
          <ac:chgData name="Guilherme da Silva Nunes" userId="d4b1f769-7bd4-4cca-85d4-134e07dcdc1c" providerId="ADAL" clId="{EB1E2B5D-F2DC-474C-8995-B7CD78FF1FD1}" dt="2026-07-29T19:28:55.831" v="2217" actId="14100"/>
          <ac:spMkLst>
            <pc:docMk/>
            <pc:sldMk cId="735239740" sldId="264"/>
            <ac:spMk id="4" creationId="{CD729113-6456-C7DF-62C4-1EC9EB4149D5}"/>
          </ac:spMkLst>
        </pc:spChg>
        <pc:spChg chg="mod">
          <ac:chgData name="Guilherme da Silva Nunes" userId="d4b1f769-7bd4-4cca-85d4-134e07dcdc1c" providerId="ADAL" clId="{EB1E2B5D-F2DC-474C-8995-B7CD78FF1FD1}" dt="2026-07-29T19:27:28.563" v="2180" actId="1076"/>
          <ac:spMkLst>
            <pc:docMk/>
            <pc:sldMk cId="735239740" sldId="264"/>
            <ac:spMk id="5" creationId="{E71A659D-C643-57AC-5ED1-50635F16E2E1}"/>
          </ac:spMkLst>
        </pc:spChg>
        <pc:spChg chg="mod">
          <ac:chgData name="Guilherme da Silva Nunes" userId="d4b1f769-7bd4-4cca-85d4-134e07dcdc1c" providerId="ADAL" clId="{EB1E2B5D-F2DC-474C-8995-B7CD78FF1FD1}" dt="2026-07-29T19:27:28.563" v="2180" actId="1076"/>
          <ac:spMkLst>
            <pc:docMk/>
            <pc:sldMk cId="735239740" sldId="264"/>
            <ac:spMk id="6" creationId="{D6DD5099-6F43-C805-B990-F873B58A870A}"/>
          </ac:spMkLst>
        </pc:spChg>
        <pc:spChg chg="add mod">
          <ac:chgData name="Guilherme da Silva Nunes" userId="d4b1f769-7bd4-4cca-85d4-134e07dcdc1c" providerId="ADAL" clId="{EB1E2B5D-F2DC-474C-8995-B7CD78FF1FD1}" dt="2026-07-29T19:28:55.831" v="2217" actId="14100"/>
          <ac:spMkLst>
            <pc:docMk/>
            <pc:sldMk cId="735239740" sldId="264"/>
            <ac:spMk id="8" creationId="{E448C4EC-421B-E6D7-F982-1052F4592DF0}"/>
          </ac:spMkLst>
        </pc:spChg>
        <pc:spChg chg="add mod">
          <ac:chgData name="Guilherme da Silva Nunes" userId="d4b1f769-7bd4-4cca-85d4-134e07dcdc1c" providerId="ADAL" clId="{EB1E2B5D-F2DC-474C-8995-B7CD78FF1FD1}" dt="2026-07-29T19:30:00.210" v="2227" actId="14100"/>
          <ac:spMkLst>
            <pc:docMk/>
            <pc:sldMk cId="735239740" sldId="264"/>
            <ac:spMk id="14" creationId="{337DD7A8-6FA8-CD93-A95B-F4CF1C02A437}"/>
          </ac:spMkLst>
        </pc:spChg>
        <pc:spChg chg="add mod">
          <ac:chgData name="Guilherme da Silva Nunes" userId="d4b1f769-7bd4-4cca-85d4-134e07dcdc1c" providerId="ADAL" clId="{EB1E2B5D-F2DC-474C-8995-B7CD78FF1FD1}" dt="2026-07-29T19:30:00.210" v="2227" actId="14100"/>
          <ac:spMkLst>
            <pc:docMk/>
            <pc:sldMk cId="735239740" sldId="264"/>
            <ac:spMk id="16" creationId="{A21D586E-9847-A373-79DC-EA667C3D28DB}"/>
          </ac:spMkLst>
        </pc:spChg>
        <pc:spChg chg="add mod">
          <ac:chgData name="Guilherme da Silva Nunes" userId="d4b1f769-7bd4-4cca-85d4-134e07dcdc1c" providerId="ADAL" clId="{EB1E2B5D-F2DC-474C-8995-B7CD78FF1FD1}" dt="2026-07-29T19:30:04.575" v="2228" actId="1076"/>
          <ac:spMkLst>
            <pc:docMk/>
            <pc:sldMk cId="735239740" sldId="264"/>
            <ac:spMk id="18" creationId="{C2FE414D-F1D6-BA27-A1C6-7B36757F48A6}"/>
          </ac:spMkLst>
        </pc:spChg>
        <pc:spChg chg="mod">
          <ac:chgData name="Guilherme da Silva Nunes" userId="d4b1f769-7bd4-4cca-85d4-134e07dcdc1c" providerId="ADAL" clId="{EB1E2B5D-F2DC-474C-8995-B7CD78FF1FD1}" dt="2026-07-29T19:28:41.388" v="2214" actId="14100"/>
          <ac:spMkLst>
            <pc:docMk/>
            <pc:sldMk cId="735239740" sldId="264"/>
            <ac:spMk id="22" creationId="{B7291524-9450-67F0-A4FA-F4F6F41E8FC9}"/>
          </ac:spMkLst>
        </pc:spChg>
        <pc:spChg chg="mod">
          <ac:chgData name="Guilherme da Silva Nunes" userId="d4b1f769-7bd4-4cca-85d4-134e07dcdc1c" providerId="ADAL" clId="{EB1E2B5D-F2DC-474C-8995-B7CD78FF1FD1}" dt="2026-07-29T19:28:33.665" v="2212" actId="1035"/>
          <ac:spMkLst>
            <pc:docMk/>
            <pc:sldMk cId="735239740" sldId="264"/>
            <ac:spMk id="23" creationId="{80B139FE-F952-9222-25E0-EB9181B1C7CA}"/>
          </ac:spMkLst>
        </pc:spChg>
        <pc:spChg chg="mod">
          <ac:chgData name="Guilherme da Silva Nunes" userId="d4b1f769-7bd4-4cca-85d4-134e07dcdc1c" providerId="ADAL" clId="{EB1E2B5D-F2DC-474C-8995-B7CD78FF1FD1}" dt="2026-07-30T14:20:31.585" v="2232" actId="20577"/>
          <ac:spMkLst>
            <pc:docMk/>
            <pc:sldMk cId="735239740" sldId="264"/>
            <ac:spMk id="53" creationId="{8ED16C9C-A9A5-CD36-DC0B-8643D630BA8D}"/>
          </ac:spMkLst>
        </pc:spChg>
        <pc:picChg chg="mod">
          <ac:chgData name="Guilherme da Silva Nunes" userId="d4b1f769-7bd4-4cca-85d4-134e07dcdc1c" providerId="ADAL" clId="{EB1E2B5D-F2DC-474C-8995-B7CD78FF1FD1}" dt="2026-07-29T19:27:28.563" v="2180" actId="1076"/>
          <ac:picMkLst>
            <pc:docMk/>
            <pc:sldMk cId="735239740" sldId="264"/>
            <ac:picMk id="2" creationId="{4BA62F84-44C4-C742-ACE7-8C4605683CFB}"/>
          </ac:picMkLst>
        </pc:picChg>
        <pc:picChg chg="mod">
          <ac:chgData name="Guilherme da Silva Nunes" userId="d4b1f769-7bd4-4cca-85d4-134e07dcdc1c" providerId="ADAL" clId="{EB1E2B5D-F2DC-474C-8995-B7CD78FF1FD1}" dt="2026-07-29T19:27:28.563" v="2180" actId="1076"/>
          <ac:picMkLst>
            <pc:docMk/>
            <pc:sldMk cId="735239740" sldId="264"/>
            <ac:picMk id="52" creationId="{11E7CA1C-0626-3E4B-0BE0-F0A91203AC2A}"/>
          </ac:picMkLst>
        </pc:picChg>
      </pc:sldChg>
      <pc:sldChg chg="delSp add del mod">
        <pc:chgData name="Guilherme da Silva Nunes" userId="d4b1f769-7bd4-4cca-85d4-134e07dcdc1c" providerId="ADAL" clId="{EB1E2B5D-F2DC-474C-8995-B7CD78FF1FD1}" dt="2026-07-29T19:28:59.704" v="2218" actId="47"/>
        <pc:sldMkLst>
          <pc:docMk/>
          <pc:sldMk cId="3553395319" sldId="265"/>
        </pc:sldMkLst>
      </pc:sldChg>
      <pc:sldChg chg="modSp add del mod">
        <pc:chgData name="Guilherme da Silva Nunes" userId="d4b1f769-7bd4-4cca-85d4-134e07dcdc1c" providerId="ADAL" clId="{EB1E2B5D-F2DC-474C-8995-B7CD78FF1FD1}" dt="2026-07-29T19:29:00.619" v="2219" actId="47"/>
        <pc:sldMkLst>
          <pc:docMk/>
          <pc:sldMk cId="1806818668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792663"/>
            <a:ext cx="11658600" cy="3813528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5753255"/>
            <a:ext cx="10287000" cy="2644620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956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2700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2730834"/>
            <a:ext cx="11830050" cy="4556455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7330395"/>
            <a:ext cx="11830050" cy="2396132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80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915929"/>
            <a:ext cx="5829300" cy="695005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915929"/>
            <a:ext cx="5829300" cy="695005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8760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583188"/>
            <a:ext cx="11830050" cy="211721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2685191"/>
            <a:ext cx="5802510" cy="1315971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4001161"/>
            <a:ext cx="5802510" cy="58851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6" y="2685191"/>
            <a:ext cx="5831087" cy="1315971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6" y="4001161"/>
            <a:ext cx="5831087" cy="58851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833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201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8899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730250"/>
            <a:ext cx="4423767" cy="2555875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1577140"/>
            <a:ext cx="6943725" cy="7784262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3286125"/>
            <a:ext cx="4423767" cy="6087953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9747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730250"/>
            <a:ext cx="4423767" cy="2555875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1577140"/>
            <a:ext cx="6943725" cy="7784262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3286125"/>
            <a:ext cx="4423767" cy="6087953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8133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500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583186"/>
            <a:ext cx="2957513" cy="928279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583186"/>
            <a:ext cx="8701088" cy="928279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6247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583188"/>
            <a:ext cx="11830050" cy="21172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915929"/>
            <a:ext cx="11830050" cy="69500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0152506"/>
            <a:ext cx="3086100" cy="5831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C668F-C7CD-4AF5-B808-F2AE061C6CE5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0152506"/>
            <a:ext cx="4629150" cy="5831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0152506"/>
            <a:ext cx="3086100" cy="5831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91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A0637-9B71-4E00-7BA8-EB17A13D6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B7291524-9450-67F0-A4FA-F4F6F41E8FC9}"/>
              </a:ext>
            </a:extLst>
          </p:cNvPr>
          <p:cNvSpPr/>
          <p:nvPr/>
        </p:nvSpPr>
        <p:spPr>
          <a:xfrm>
            <a:off x="111383" y="2404837"/>
            <a:ext cx="3313354" cy="5245046"/>
          </a:xfrm>
          <a:prstGeom prst="roundRect">
            <a:avLst>
              <a:gd name="adj" fmla="val 2768"/>
            </a:avLst>
          </a:prstGeom>
          <a:solidFill>
            <a:srgbClr val="BA7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80B139FE-F952-9222-25E0-EB9181B1C7CA}"/>
              </a:ext>
            </a:extLst>
          </p:cNvPr>
          <p:cNvSpPr/>
          <p:nvPr/>
        </p:nvSpPr>
        <p:spPr>
          <a:xfrm>
            <a:off x="195465" y="2404836"/>
            <a:ext cx="13409152" cy="5245046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71A659D-C643-57AC-5ED1-50635F16E2E1}"/>
              </a:ext>
            </a:extLst>
          </p:cNvPr>
          <p:cNvSpPr/>
          <p:nvPr/>
        </p:nvSpPr>
        <p:spPr>
          <a:xfrm>
            <a:off x="115839" y="128198"/>
            <a:ext cx="2165316" cy="2116504"/>
          </a:xfrm>
          <a:prstGeom prst="roundRect">
            <a:avLst>
              <a:gd name="adj" fmla="val 6387"/>
            </a:avLst>
          </a:prstGeom>
          <a:solidFill>
            <a:srgbClr val="BA7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6DD5099-6F43-C805-B990-F873B58A870A}"/>
              </a:ext>
            </a:extLst>
          </p:cNvPr>
          <p:cNvSpPr/>
          <p:nvPr/>
        </p:nvSpPr>
        <p:spPr>
          <a:xfrm>
            <a:off x="193980" y="133797"/>
            <a:ext cx="13412122" cy="2116504"/>
          </a:xfrm>
          <a:prstGeom prst="roundRect">
            <a:avLst>
              <a:gd name="adj" fmla="val 638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BA62F84-44C4-C742-ACE7-8C4605683CF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7872" y="236220"/>
            <a:ext cx="650165" cy="650165"/>
          </a:xfrm>
          <a:prstGeom prst="rect">
            <a:avLst/>
          </a:prstGeom>
        </p:spPr>
      </p:pic>
      <p:pic>
        <p:nvPicPr>
          <p:cNvPr id="52" name="Picture 2" descr="Ocrim | A Linha de farinhas de trigo perfeitas para todas as ...">
            <a:extLst>
              <a:ext uri="{FF2B5EF4-FFF2-40B4-BE49-F238E27FC236}">
                <a16:creationId xmlns:a16="http://schemas.microsoft.com/office/drawing/2014/main" id="{11E7CA1C-0626-3E4B-0BE0-F0A91203A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25" y="258419"/>
            <a:ext cx="1382395" cy="1249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CaixaDeTexto 52">
            <a:extLst>
              <a:ext uri="{FF2B5EF4-FFF2-40B4-BE49-F238E27FC236}">
                <a16:creationId xmlns:a16="http://schemas.microsoft.com/office/drawing/2014/main" id="{8ED16C9C-A9A5-CD36-DC0B-8643D630BA8D}"/>
              </a:ext>
            </a:extLst>
          </p:cNvPr>
          <p:cNvSpPr txBox="1"/>
          <p:nvPr/>
        </p:nvSpPr>
        <p:spPr>
          <a:xfrm>
            <a:off x="1791960" y="258420"/>
            <a:ext cx="36010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B254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Lista de </a:t>
            </a:r>
            <a:r>
              <a:rPr lang="pt-BR" sz="3000" dirty="0" err="1">
                <a:solidFill>
                  <a:srgbClr val="0B254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OP’s</a:t>
            </a:r>
            <a:r>
              <a:rPr lang="pt-BR" sz="3000" dirty="0">
                <a:solidFill>
                  <a:srgbClr val="0B254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por Produtos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337DD7A8-6FA8-CD93-A95B-F4CF1C02A437}"/>
              </a:ext>
            </a:extLst>
          </p:cNvPr>
          <p:cNvSpPr/>
          <p:nvPr/>
        </p:nvSpPr>
        <p:spPr>
          <a:xfrm>
            <a:off x="6383995" y="258419"/>
            <a:ext cx="1620000" cy="1008000"/>
          </a:xfrm>
          <a:prstGeom prst="roundRect">
            <a:avLst>
              <a:gd name="adj" fmla="val 638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 dirty="0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A21D586E-9847-A373-79DC-EA667C3D28DB}"/>
              </a:ext>
            </a:extLst>
          </p:cNvPr>
          <p:cNvSpPr/>
          <p:nvPr/>
        </p:nvSpPr>
        <p:spPr>
          <a:xfrm>
            <a:off x="8413035" y="258419"/>
            <a:ext cx="1620000" cy="1008000"/>
          </a:xfrm>
          <a:prstGeom prst="roundRect">
            <a:avLst>
              <a:gd name="adj" fmla="val 638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 dirty="0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2FE414D-F1D6-BA27-A1C6-7B36757F48A6}"/>
              </a:ext>
            </a:extLst>
          </p:cNvPr>
          <p:cNvSpPr/>
          <p:nvPr/>
        </p:nvSpPr>
        <p:spPr>
          <a:xfrm>
            <a:off x="10442075" y="252410"/>
            <a:ext cx="1620000" cy="1008000"/>
          </a:xfrm>
          <a:prstGeom prst="roundRect">
            <a:avLst>
              <a:gd name="adj" fmla="val 638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D729113-6456-C7DF-62C4-1EC9EB4149D5}"/>
              </a:ext>
            </a:extLst>
          </p:cNvPr>
          <p:cNvSpPr/>
          <p:nvPr/>
        </p:nvSpPr>
        <p:spPr>
          <a:xfrm>
            <a:off x="111383" y="7804418"/>
            <a:ext cx="3313354" cy="3015536"/>
          </a:xfrm>
          <a:prstGeom prst="roundRect">
            <a:avLst>
              <a:gd name="adj" fmla="val 2768"/>
            </a:avLst>
          </a:prstGeom>
          <a:solidFill>
            <a:srgbClr val="BA7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448C4EC-421B-E6D7-F982-1052F4592DF0}"/>
              </a:ext>
            </a:extLst>
          </p:cNvPr>
          <p:cNvSpPr/>
          <p:nvPr/>
        </p:nvSpPr>
        <p:spPr>
          <a:xfrm>
            <a:off x="195465" y="7804417"/>
            <a:ext cx="13409152" cy="3015536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/>
          </a:p>
        </p:txBody>
      </p:sp>
    </p:spTree>
    <p:extLst>
      <p:ext uri="{BB962C8B-B14F-4D97-AF65-F5344CB8AC3E}">
        <p14:creationId xmlns:p14="http://schemas.microsoft.com/office/powerpoint/2010/main" val="7352397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1086</TotalTime>
  <Words>5</Words>
  <Application>Microsoft Office PowerPoint</Application>
  <PresentationFormat>Personalizar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da Silva Nunes</dc:creator>
  <cp:lastModifiedBy>Guilherme da Silva Nunes</cp:lastModifiedBy>
  <cp:revision>10</cp:revision>
  <dcterms:created xsi:type="dcterms:W3CDTF">2026-06-05T15:19:51Z</dcterms:created>
  <dcterms:modified xsi:type="dcterms:W3CDTF">2026-07-30T14:20:33Z</dcterms:modified>
</cp:coreProperties>
</file>