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</p:sldIdLst>
  <p:sldSz cx="18288000" cy="118872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50" d="100"/>
          <a:sy n="50" d="100"/>
        </p:scale>
        <p:origin x="558" y="4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71600" y="1945429"/>
            <a:ext cx="15544800" cy="4138507"/>
          </a:xfrm>
        </p:spPr>
        <p:txBody>
          <a:bodyPr anchor="b"/>
          <a:lstStyle>
            <a:lvl1pPr algn="ctr">
              <a:defRPr sz="104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286000" y="6243533"/>
            <a:ext cx="13716000" cy="2869987"/>
          </a:xfrm>
        </p:spPr>
        <p:txBody>
          <a:bodyPr/>
          <a:lstStyle>
            <a:lvl1pPr marL="0" indent="0" algn="ctr">
              <a:buNone/>
              <a:defRPr sz="4160"/>
            </a:lvl1pPr>
            <a:lvl2pPr marL="792465" indent="0" algn="ctr">
              <a:buNone/>
              <a:defRPr sz="3467"/>
            </a:lvl2pPr>
            <a:lvl3pPr marL="1584930" indent="0" algn="ctr">
              <a:buNone/>
              <a:defRPr sz="3120"/>
            </a:lvl3pPr>
            <a:lvl4pPr marL="2377394" indent="0" algn="ctr">
              <a:buNone/>
              <a:defRPr sz="2773"/>
            </a:lvl4pPr>
            <a:lvl5pPr marL="3169859" indent="0" algn="ctr">
              <a:buNone/>
              <a:defRPr sz="2773"/>
            </a:lvl5pPr>
            <a:lvl6pPr marL="3962324" indent="0" algn="ctr">
              <a:buNone/>
              <a:defRPr sz="2773"/>
            </a:lvl6pPr>
            <a:lvl7pPr marL="4754789" indent="0" algn="ctr">
              <a:buNone/>
              <a:defRPr sz="2773"/>
            </a:lvl7pPr>
            <a:lvl8pPr marL="5547253" indent="0" algn="ctr">
              <a:buNone/>
              <a:defRPr sz="2773"/>
            </a:lvl8pPr>
            <a:lvl9pPr marL="6339718" indent="0" algn="ctr">
              <a:buNone/>
              <a:defRPr sz="2773"/>
            </a:lvl9pPr>
          </a:lstStyle>
          <a:p>
            <a:r>
              <a:rPr lang="pt-BR"/>
              <a:t>Clique para editar o estilo do subtítulo Mestre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46581E-D06E-4556-B8A8-F2E029823318}" type="datetimeFigureOut">
              <a:rPr lang="pt-BR" smtClean="0"/>
              <a:t>01/08/2026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25C717-8291-4BBF-B64A-3966DC6FC95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69040192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46581E-D06E-4556-B8A8-F2E029823318}" type="datetimeFigureOut">
              <a:rPr lang="pt-BR" smtClean="0"/>
              <a:t>01/08/2026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25C717-8291-4BBF-B64A-3966DC6FC95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67068062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47776" y="2963549"/>
            <a:ext cx="15773400" cy="4944744"/>
          </a:xfrm>
        </p:spPr>
        <p:txBody>
          <a:bodyPr anchor="b"/>
          <a:lstStyle>
            <a:lvl1pPr>
              <a:defRPr sz="104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47776" y="7955072"/>
            <a:ext cx="15773400" cy="2600324"/>
          </a:xfrm>
        </p:spPr>
        <p:txBody>
          <a:bodyPr/>
          <a:lstStyle>
            <a:lvl1pPr marL="0" indent="0">
              <a:buNone/>
              <a:defRPr sz="4160">
                <a:solidFill>
                  <a:schemeClr val="tx1"/>
                </a:solidFill>
              </a:defRPr>
            </a:lvl1pPr>
            <a:lvl2pPr marL="792465" indent="0">
              <a:buNone/>
              <a:defRPr sz="3467">
                <a:solidFill>
                  <a:schemeClr val="tx1">
                    <a:tint val="75000"/>
                  </a:schemeClr>
                </a:solidFill>
              </a:defRPr>
            </a:lvl2pPr>
            <a:lvl3pPr marL="1584930" indent="0">
              <a:buNone/>
              <a:defRPr sz="3120">
                <a:solidFill>
                  <a:schemeClr val="tx1">
                    <a:tint val="75000"/>
                  </a:schemeClr>
                </a:solidFill>
              </a:defRPr>
            </a:lvl3pPr>
            <a:lvl4pPr marL="2377394" indent="0">
              <a:buNone/>
              <a:defRPr sz="2773">
                <a:solidFill>
                  <a:schemeClr val="tx1">
                    <a:tint val="75000"/>
                  </a:schemeClr>
                </a:solidFill>
              </a:defRPr>
            </a:lvl4pPr>
            <a:lvl5pPr marL="3169859" indent="0">
              <a:buNone/>
              <a:defRPr sz="2773">
                <a:solidFill>
                  <a:schemeClr val="tx1">
                    <a:tint val="75000"/>
                  </a:schemeClr>
                </a:solidFill>
              </a:defRPr>
            </a:lvl5pPr>
            <a:lvl6pPr marL="3962324" indent="0">
              <a:buNone/>
              <a:defRPr sz="2773">
                <a:solidFill>
                  <a:schemeClr val="tx1">
                    <a:tint val="75000"/>
                  </a:schemeClr>
                </a:solidFill>
              </a:defRPr>
            </a:lvl6pPr>
            <a:lvl7pPr marL="4754789" indent="0">
              <a:buNone/>
              <a:defRPr sz="2773">
                <a:solidFill>
                  <a:schemeClr val="tx1">
                    <a:tint val="75000"/>
                  </a:schemeClr>
                </a:solidFill>
              </a:defRPr>
            </a:lvl7pPr>
            <a:lvl8pPr marL="5547253" indent="0">
              <a:buNone/>
              <a:defRPr sz="2773">
                <a:solidFill>
                  <a:schemeClr val="tx1">
                    <a:tint val="75000"/>
                  </a:schemeClr>
                </a:solidFill>
              </a:defRPr>
            </a:lvl8pPr>
            <a:lvl9pPr marL="6339718" indent="0">
              <a:buNone/>
              <a:defRPr sz="2773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46581E-D06E-4556-B8A8-F2E029823318}" type="datetimeFigureOut">
              <a:rPr lang="pt-BR" smtClean="0"/>
              <a:t>01/08/2026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25C717-8291-4BBF-B64A-3966DC6FC95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14716537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57300" y="3164417"/>
            <a:ext cx="7772400" cy="7542319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9258300" y="3164417"/>
            <a:ext cx="7772400" cy="7542319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46581E-D06E-4556-B8A8-F2E029823318}" type="datetimeFigureOut">
              <a:rPr lang="pt-BR" smtClean="0"/>
              <a:t>01/08/2026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25C717-8291-4BBF-B64A-3966DC6FC95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38724886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59682" y="632886"/>
            <a:ext cx="15773400" cy="2297643"/>
          </a:xfrm>
        </p:spPr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59684" y="2914016"/>
            <a:ext cx="7736680" cy="1428114"/>
          </a:xfrm>
        </p:spPr>
        <p:txBody>
          <a:bodyPr anchor="b"/>
          <a:lstStyle>
            <a:lvl1pPr marL="0" indent="0">
              <a:buNone/>
              <a:defRPr sz="4160" b="1"/>
            </a:lvl1pPr>
            <a:lvl2pPr marL="792465" indent="0">
              <a:buNone/>
              <a:defRPr sz="3467" b="1"/>
            </a:lvl2pPr>
            <a:lvl3pPr marL="1584930" indent="0">
              <a:buNone/>
              <a:defRPr sz="3120" b="1"/>
            </a:lvl3pPr>
            <a:lvl4pPr marL="2377394" indent="0">
              <a:buNone/>
              <a:defRPr sz="2773" b="1"/>
            </a:lvl4pPr>
            <a:lvl5pPr marL="3169859" indent="0">
              <a:buNone/>
              <a:defRPr sz="2773" b="1"/>
            </a:lvl5pPr>
            <a:lvl6pPr marL="3962324" indent="0">
              <a:buNone/>
              <a:defRPr sz="2773" b="1"/>
            </a:lvl6pPr>
            <a:lvl7pPr marL="4754789" indent="0">
              <a:buNone/>
              <a:defRPr sz="2773" b="1"/>
            </a:lvl7pPr>
            <a:lvl8pPr marL="5547253" indent="0">
              <a:buNone/>
              <a:defRPr sz="2773" b="1"/>
            </a:lvl8pPr>
            <a:lvl9pPr marL="6339718" indent="0">
              <a:buNone/>
              <a:defRPr sz="2773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59684" y="4342130"/>
            <a:ext cx="7736680" cy="6386619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9258301" y="2914016"/>
            <a:ext cx="7774782" cy="1428114"/>
          </a:xfrm>
        </p:spPr>
        <p:txBody>
          <a:bodyPr anchor="b"/>
          <a:lstStyle>
            <a:lvl1pPr marL="0" indent="0">
              <a:buNone/>
              <a:defRPr sz="4160" b="1"/>
            </a:lvl1pPr>
            <a:lvl2pPr marL="792465" indent="0">
              <a:buNone/>
              <a:defRPr sz="3467" b="1"/>
            </a:lvl2pPr>
            <a:lvl3pPr marL="1584930" indent="0">
              <a:buNone/>
              <a:defRPr sz="3120" b="1"/>
            </a:lvl3pPr>
            <a:lvl4pPr marL="2377394" indent="0">
              <a:buNone/>
              <a:defRPr sz="2773" b="1"/>
            </a:lvl4pPr>
            <a:lvl5pPr marL="3169859" indent="0">
              <a:buNone/>
              <a:defRPr sz="2773" b="1"/>
            </a:lvl5pPr>
            <a:lvl6pPr marL="3962324" indent="0">
              <a:buNone/>
              <a:defRPr sz="2773" b="1"/>
            </a:lvl6pPr>
            <a:lvl7pPr marL="4754789" indent="0">
              <a:buNone/>
              <a:defRPr sz="2773" b="1"/>
            </a:lvl7pPr>
            <a:lvl8pPr marL="5547253" indent="0">
              <a:buNone/>
              <a:defRPr sz="2773" b="1"/>
            </a:lvl8pPr>
            <a:lvl9pPr marL="6339718" indent="0">
              <a:buNone/>
              <a:defRPr sz="2773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9258301" y="4342130"/>
            <a:ext cx="7774782" cy="6386619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46581E-D06E-4556-B8A8-F2E029823318}" type="datetimeFigureOut">
              <a:rPr lang="pt-BR" smtClean="0"/>
              <a:t>01/08/2026</a:t>
            </a:fld>
            <a:endParaRPr lang="pt-B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25C717-8291-4BBF-B64A-3966DC6FC95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0888587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46581E-D06E-4556-B8A8-F2E029823318}" type="datetimeFigureOut">
              <a:rPr lang="pt-BR" smtClean="0"/>
              <a:t>01/08/2026</a:t>
            </a:fld>
            <a:endParaRPr lang="pt-B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25C717-8291-4BBF-B64A-3966DC6FC95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60120069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46581E-D06E-4556-B8A8-F2E029823318}" type="datetimeFigureOut">
              <a:rPr lang="pt-BR" smtClean="0"/>
              <a:t>01/08/2026</a:t>
            </a:fld>
            <a:endParaRPr lang="pt-BR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25C717-8291-4BBF-B64A-3966DC6FC95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7962796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59682" y="792480"/>
            <a:ext cx="5898356" cy="2773680"/>
          </a:xfrm>
        </p:spPr>
        <p:txBody>
          <a:bodyPr anchor="b"/>
          <a:lstStyle>
            <a:lvl1pPr>
              <a:defRPr sz="5547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774782" y="1711539"/>
            <a:ext cx="9258300" cy="8447617"/>
          </a:xfrm>
        </p:spPr>
        <p:txBody>
          <a:bodyPr/>
          <a:lstStyle>
            <a:lvl1pPr>
              <a:defRPr sz="5547"/>
            </a:lvl1pPr>
            <a:lvl2pPr>
              <a:defRPr sz="4853"/>
            </a:lvl2pPr>
            <a:lvl3pPr>
              <a:defRPr sz="4160"/>
            </a:lvl3pPr>
            <a:lvl4pPr>
              <a:defRPr sz="3467"/>
            </a:lvl4pPr>
            <a:lvl5pPr>
              <a:defRPr sz="3467"/>
            </a:lvl5pPr>
            <a:lvl6pPr>
              <a:defRPr sz="3467"/>
            </a:lvl6pPr>
            <a:lvl7pPr>
              <a:defRPr sz="3467"/>
            </a:lvl7pPr>
            <a:lvl8pPr>
              <a:defRPr sz="3467"/>
            </a:lvl8pPr>
            <a:lvl9pPr>
              <a:defRPr sz="3467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59682" y="3566160"/>
            <a:ext cx="5898356" cy="6606753"/>
          </a:xfrm>
        </p:spPr>
        <p:txBody>
          <a:bodyPr/>
          <a:lstStyle>
            <a:lvl1pPr marL="0" indent="0">
              <a:buNone/>
              <a:defRPr sz="2773"/>
            </a:lvl1pPr>
            <a:lvl2pPr marL="792465" indent="0">
              <a:buNone/>
              <a:defRPr sz="2427"/>
            </a:lvl2pPr>
            <a:lvl3pPr marL="1584930" indent="0">
              <a:buNone/>
              <a:defRPr sz="2080"/>
            </a:lvl3pPr>
            <a:lvl4pPr marL="2377394" indent="0">
              <a:buNone/>
              <a:defRPr sz="1733"/>
            </a:lvl4pPr>
            <a:lvl5pPr marL="3169859" indent="0">
              <a:buNone/>
              <a:defRPr sz="1733"/>
            </a:lvl5pPr>
            <a:lvl6pPr marL="3962324" indent="0">
              <a:buNone/>
              <a:defRPr sz="1733"/>
            </a:lvl6pPr>
            <a:lvl7pPr marL="4754789" indent="0">
              <a:buNone/>
              <a:defRPr sz="1733"/>
            </a:lvl7pPr>
            <a:lvl8pPr marL="5547253" indent="0">
              <a:buNone/>
              <a:defRPr sz="1733"/>
            </a:lvl8pPr>
            <a:lvl9pPr marL="6339718" indent="0">
              <a:buNone/>
              <a:defRPr sz="1733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46581E-D06E-4556-B8A8-F2E029823318}" type="datetimeFigureOut">
              <a:rPr lang="pt-BR" smtClean="0"/>
              <a:t>01/08/2026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25C717-8291-4BBF-B64A-3966DC6FC95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71195300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59682" y="792480"/>
            <a:ext cx="5898356" cy="2773680"/>
          </a:xfrm>
        </p:spPr>
        <p:txBody>
          <a:bodyPr anchor="b"/>
          <a:lstStyle>
            <a:lvl1pPr>
              <a:defRPr sz="5547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774782" y="1711539"/>
            <a:ext cx="9258300" cy="8447617"/>
          </a:xfrm>
        </p:spPr>
        <p:txBody>
          <a:bodyPr anchor="t"/>
          <a:lstStyle>
            <a:lvl1pPr marL="0" indent="0">
              <a:buNone/>
              <a:defRPr sz="5547"/>
            </a:lvl1pPr>
            <a:lvl2pPr marL="792465" indent="0">
              <a:buNone/>
              <a:defRPr sz="4853"/>
            </a:lvl2pPr>
            <a:lvl3pPr marL="1584930" indent="0">
              <a:buNone/>
              <a:defRPr sz="4160"/>
            </a:lvl3pPr>
            <a:lvl4pPr marL="2377394" indent="0">
              <a:buNone/>
              <a:defRPr sz="3467"/>
            </a:lvl4pPr>
            <a:lvl5pPr marL="3169859" indent="0">
              <a:buNone/>
              <a:defRPr sz="3467"/>
            </a:lvl5pPr>
            <a:lvl6pPr marL="3962324" indent="0">
              <a:buNone/>
              <a:defRPr sz="3467"/>
            </a:lvl6pPr>
            <a:lvl7pPr marL="4754789" indent="0">
              <a:buNone/>
              <a:defRPr sz="3467"/>
            </a:lvl7pPr>
            <a:lvl8pPr marL="5547253" indent="0">
              <a:buNone/>
              <a:defRPr sz="3467"/>
            </a:lvl8pPr>
            <a:lvl9pPr marL="6339718" indent="0">
              <a:buNone/>
              <a:defRPr sz="3467"/>
            </a:lvl9pPr>
          </a:lstStyle>
          <a:p>
            <a:r>
              <a:rPr lang="pt-BR"/>
              <a:t>Clique no ícone para adicionar uma imagem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59682" y="3566160"/>
            <a:ext cx="5898356" cy="6606753"/>
          </a:xfrm>
        </p:spPr>
        <p:txBody>
          <a:bodyPr/>
          <a:lstStyle>
            <a:lvl1pPr marL="0" indent="0">
              <a:buNone/>
              <a:defRPr sz="2773"/>
            </a:lvl1pPr>
            <a:lvl2pPr marL="792465" indent="0">
              <a:buNone/>
              <a:defRPr sz="2427"/>
            </a:lvl2pPr>
            <a:lvl3pPr marL="1584930" indent="0">
              <a:buNone/>
              <a:defRPr sz="2080"/>
            </a:lvl3pPr>
            <a:lvl4pPr marL="2377394" indent="0">
              <a:buNone/>
              <a:defRPr sz="1733"/>
            </a:lvl4pPr>
            <a:lvl5pPr marL="3169859" indent="0">
              <a:buNone/>
              <a:defRPr sz="1733"/>
            </a:lvl5pPr>
            <a:lvl6pPr marL="3962324" indent="0">
              <a:buNone/>
              <a:defRPr sz="1733"/>
            </a:lvl6pPr>
            <a:lvl7pPr marL="4754789" indent="0">
              <a:buNone/>
              <a:defRPr sz="1733"/>
            </a:lvl7pPr>
            <a:lvl8pPr marL="5547253" indent="0">
              <a:buNone/>
              <a:defRPr sz="1733"/>
            </a:lvl8pPr>
            <a:lvl9pPr marL="6339718" indent="0">
              <a:buNone/>
              <a:defRPr sz="1733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46581E-D06E-4556-B8A8-F2E029823318}" type="datetimeFigureOut">
              <a:rPr lang="pt-BR" smtClean="0"/>
              <a:t>01/08/2026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25C717-8291-4BBF-B64A-3966DC6FC95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82167077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46581E-D06E-4556-B8A8-F2E029823318}" type="datetimeFigureOut">
              <a:rPr lang="pt-BR" smtClean="0"/>
              <a:t>01/08/2026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25C717-8291-4BBF-B64A-3966DC6FC95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7454537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3087351" y="632883"/>
            <a:ext cx="3943350" cy="10073853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257301" y="632883"/>
            <a:ext cx="11601450" cy="10073853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46581E-D06E-4556-B8A8-F2E029823318}" type="datetimeFigureOut">
              <a:rPr lang="pt-BR" smtClean="0"/>
              <a:t>01/08/2026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25C717-8291-4BBF-B64A-3966DC6FC95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63209427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57300" y="632886"/>
            <a:ext cx="15773400" cy="229764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57300" y="3164417"/>
            <a:ext cx="15773400" cy="754231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257300" y="11017676"/>
            <a:ext cx="4114800" cy="63288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208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646581E-D06E-4556-B8A8-F2E029823318}" type="datetimeFigureOut">
              <a:rPr lang="pt-BR" smtClean="0"/>
              <a:t>01/08/2026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057900" y="11017676"/>
            <a:ext cx="6172200" cy="63288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208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2915900" y="11017676"/>
            <a:ext cx="4114800" cy="63288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08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D25C717-8291-4BBF-B64A-3966DC6FC95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77687320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1584930" rtl="0" eaLnBrk="1" latinLnBrk="0" hangingPunct="1">
        <a:lnSpc>
          <a:spcPct val="90000"/>
        </a:lnSpc>
        <a:spcBef>
          <a:spcPct val="0"/>
        </a:spcBef>
        <a:buNone/>
        <a:defRPr sz="7627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96232" indent="-396232" algn="l" defTabSz="1584930" rtl="0" eaLnBrk="1" latinLnBrk="0" hangingPunct="1">
        <a:lnSpc>
          <a:spcPct val="90000"/>
        </a:lnSpc>
        <a:spcBef>
          <a:spcPts val="1733"/>
        </a:spcBef>
        <a:buFont typeface="Arial" panose="020B0604020202020204" pitchFamily="34" charset="0"/>
        <a:buChar char="•"/>
        <a:defRPr sz="4853" kern="1200">
          <a:solidFill>
            <a:schemeClr val="tx1"/>
          </a:solidFill>
          <a:latin typeface="+mn-lt"/>
          <a:ea typeface="+mn-ea"/>
          <a:cs typeface="+mn-cs"/>
        </a:defRPr>
      </a:lvl1pPr>
      <a:lvl2pPr marL="1188697" indent="-396232" algn="l" defTabSz="1584930" rtl="0" eaLnBrk="1" latinLnBrk="0" hangingPunct="1">
        <a:lnSpc>
          <a:spcPct val="90000"/>
        </a:lnSpc>
        <a:spcBef>
          <a:spcPts val="867"/>
        </a:spcBef>
        <a:buFont typeface="Arial" panose="020B0604020202020204" pitchFamily="34" charset="0"/>
        <a:buChar char="•"/>
        <a:defRPr sz="4160" kern="1200">
          <a:solidFill>
            <a:schemeClr val="tx1"/>
          </a:solidFill>
          <a:latin typeface="+mn-lt"/>
          <a:ea typeface="+mn-ea"/>
          <a:cs typeface="+mn-cs"/>
        </a:defRPr>
      </a:lvl2pPr>
      <a:lvl3pPr marL="1981162" indent="-396232" algn="l" defTabSz="1584930" rtl="0" eaLnBrk="1" latinLnBrk="0" hangingPunct="1">
        <a:lnSpc>
          <a:spcPct val="90000"/>
        </a:lnSpc>
        <a:spcBef>
          <a:spcPts val="867"/>
        </a:spcBef>
        <a:buFont typeface="Arial" panose="020B0604020202020204" pitchFamily="34" charset="0"/>
        <a:buChar char="•"/>
        <a:defRPr sz="3467" kern="1200">
          <a:solidFill>
            <a:schemeClr val="tx1"/>
          </a:solidFill>
          <a:latin typeface="+mn-lt"/>
          <a:ea typeface="+mn-ea"/>
          <a:cs typeface="+mn-cs"/>
        </a:defRPr>
      </a:lvl3pPr>
      <a:lvl4pPr marL="2773627" indent="-396232" algn="l" defTabSz="1584930" rtl="0" eaLnBrk="1" latinLnBrk="0" hangingPunct="1">
        <a:lnSpc>
          <a:spcPct val="90000"/>
        </a:lnSpc>
        <a:spcBef>
          <a:spcPts val="867"/>
        </a:spcBef>
        <a:buFont typeface="Arial" panose="020B0604020202020204" pitchFamily="34" charset="0"/>
        <a:buChar char="•"/>
        <a:defRPr sz="3120" kern="1200">
          <a:solidFill>
            <a:schemeClr val="tx1"/>
          </a:solidFill>
          <a:latin typeface="+mn-lt"/>
          <a:ea typeface="+mn-ea"/>
          <a:cs typeface="+mn-cs"/>
        </a:defRPr>
      </a:lvl4pPr>
      <a:lvl5pPr marL="3566091" indent="-396232" algn="l" defTabSz="1584930" rtl="0" eaLnBrk="1" latinLnBrk="0" hangingPunct="1">
        <a:lnSpc>
          <a:spcPct val="90000"/>
        </a:lnSpc>
        <a:spcBef>
          <a:spcPts val="867"/>
        </a:spcBef>
        <a:buFont typeface="Arial" panose="020B0604020202020204" pitchFamily="34" charset="0"/>
        <a:buChar char="•"/>
        <a:defRPr sz="3120" kern="1200">
          <a:solidFill>
            <a:schemeClr val="tx1"/>
          </a:solidFill>
          <a:latin typeface="+mn-lt"/>
          <a:ea typeface="+mn-ea"/>
          <a:cs typeface="+mn-cs"/>
        </a:defRPr>
      </a:lvl5pPr>
      <a:lvl6pPr marL="4358556" indent="-396232" algn="l" defTabSz="1584930" rtl="0" eaLnBrk="1" latinLnBrk="0" hangingPunct="1">
        <a:lnSpc>
          <a:spcPct val="90000"/>
        </a:lnSpc>
        <a:spcBef>
          <a:spcPts val="867"/>
        </a:spcBef>
        <a:buFont typeface="Arial" panose="020B0604020202020204" pitchFamily="34" charset="0"/>
        <a:buChar char="•"/>
        <a:defRPr sz="3120" kern="1200">
          <a:solidFill>
            <a:schemeClr val="tx1"/>
          </a:solidFill>
          <a:latin typeface="+mn-lt"/>
          <a:ea typeface="+mn-ea"/>
          <a:cs typeface="+mn-cs"/>
        </a:defRPr>
      </a:lvl6pPr>
      <a:lvl7pPr marL="5151021" indent="-396232" algn="l" defTabSz="1584930" rtl="0" eaLnBrk="1" latinLnBrk="0" hangingPunct="1">
        <a:lnSpc>
          <a:spcPct val="90000"/>
        </a:lnSpc>
        <a:spcBef>
          <a:spcPts val="867"/>
        </a:spcBef>
        <a:buFont typeface="Arial" panose="020B0604020202020204" pitchFamily="34" charset="0"/>
        <a:buChar char="•"/>
        <a:defRPr sz="3120" kern="1200">
          <a:solidFill>
            <a:schemeClr val="tx1"/>
          </a:solidFill>
          <a:latin typeface="+mn-lt"/>
          <a:ea typeface="+mn-ea"/>
          <a:cs typeface="+mn-cs"/>
        </a:defRPr>
      </a:lvl7pPr>
      <a:lvl8pPr marL="5943486" indent="-396232" algn="l" defTabSz="1584930" rtl="0" eaLnBrk="1" latinLnBrk="0" hangingPunct="1">
        <a:lnSpc>
          <a:spcPct val="90000"/>
        </a:lnSpc>
        <a:spcBef>
          <a:spcPts val="867"/>
        </a:spcBef>
        <a:buFont typeface="Arial" panose="020B0604020202020204" pitchFamily="34" charset="0"/>
        <a:buChar char="•"/>
        <a:defRPr sz="3120" kern="1200">
          <a:solidFill>
            <a:schemeClr val="tx1"/>
          </a:solidFill>
          <a:latin typeface="+mn-lt"/>
          <a:ea typeface="+mn-ea"/>
          <a:cs typeface="+mn-cs"/>
        </a:defRPr>
      </a:lvl8pPr>
      <a:lvl9pPr marL="6735950" indent="-396232" algn="l" defTabSz="1584930" rtl="0" eaLnBrk="1" latinLnBrk="0" hangingPunct="1">
        <a:lnSpc>
          <a:spcPct val="90000"/>
        </a:lnSpc>
        <a:spcBef>
          <a:spcPts val="867"/>
        </a:spcBef>
        <a:buFont typeface="Arial" panose="020B0604020202020204" pitchFamily="34" charset="0"/>
        <a:buChar char="•"/>
        <a:defRPr sz="312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584930" rtl="0" eaLnBrk="1" latinLnBrk="0" hangingPunct="1">
        <a:defRPr sz="3120" kern="1200">
          <a:solidFill>
            <a:schemeClr val="tx1"/>
          </a:solidFill>
          <a:latin typeface="+mn-lt"/>
          <a:ea typeface="+mn-ea"/>
          <a:cs typeface="+mn-cs"/>
        </a:defRPr>
      </a:lvl1pPr>
      <a:lvl2pPr marL="792465" algn="l" defTabSz="1584930" rtl="0" eaLnBrk="1" latinLnBrk="0" hangingPunct="1">
        <a:defRPr sz="3120" kern="1200">
          <a:solidFill>
            <a:schemeClr val="tx1"/>
          </a:solidFill>
          <a:latin typeface="+mn-lt"/>
          <a:ea typeface="+mn-ea"/>
          <a:cs typeface="+mn-cs"/>
        </a:defRPr>
      </a:lvl2pPr>
      <a:lvl3pPr marL="1584930" algn="l" defTabSz="1584930" rtl="0" eaLnBrk="1" latinLnBrk="0" hangingPunct="1">
        <a:defRPr sz="3120" kern="1200">
          <a:solidFill>
            <a:schemeClr val="tx1"/>
          </a:solidFill>
          <a:latin typeface="+mn-lt"/>
          <a:ea typeface="+mn-ea"/>
          <a:cs typeface="+mn-cs"/>
        </a:defRPr>
      </a:lvl3pPr>
      <a:lvl4pPr marL="2377394" algn="l" defTabSz="1584930" rtl="0" eaLnBrk="1" latinLnBrk="0" hangingPunct="1">
        <a:defRPr sz="3120" kern="1200">
          <a:solidFill>
            <a:schemeClr val="tx1"/>
          </a:solidFill>
          <a:latin typeface="+mn-lt"/>
          <a:ea typeface="+mn-ea"/>
          <a:cs typeface="+mn-cs"/>
        </a:defRPr>
      </a:lvl4pPr>
      <a:lvl5pPr marL="3169859" algn="l" defTabSz="1584930" rtl="0" eaLnBrk="1" latinLnBrk="0" hangingPunct="1">
        <a:defRPr sz="3120" kern="1200">
          <a:solidFill>
            <a:schemeClr val="tx1"/>
          </a:solidFill>
          <a:latin typeface="+mn-lt"/>
          <a:ea typeface="+mn-ea"/>
          <a:cs typeface="+mn-cs"/>
        </a:defRPr>
      </a:lvl5pPr>
      <a:lvl6pPr marL="3962324" algn="l" defTabSz="1584930" rtl="0" eaLnBrk="1" latinLnBrk="0" hangingPunct="1">
        <a:defRPr sz="3120" kern="1200">
          <a:solidFill>
            <a:schemeClr val="tx1"/>
          </a:solidFill>
          <a:latin typeface="+mn-lt"/>
          <a:ea typeface="+mn-ea"/>
          <a:cs typeface="+mn-cs"/>
        </a:defRPr>
      </a:lvl6pPr>
      <a:lvl7pPr marL="4754789" algn="l" defTabSz="1584930" rtl="0" eaLnBrk="1" latinLnBrk="0" hangingPunct="1">
        <a:defRPr sz="3120" kern="1200">
          <a:solidFill>
            <a:schemeClr val="tx1"/>
          </a:solidFill>
          <a:latin typeface="+mn-lt"/>
          <a:ea typeface="+mn-ea"/>
          <a:cs typeface="+mn-cs"/>
        </a:defRPr>
      </a:lvl7pPr>
      <a:lvl8pPr marL="5547253" algn="l" defTabSz="1584930" rtl="0" eaLnBrk="1" latinLnBrk="0" hangingPunct="1">
        <a:defRPr sz="3120" kern="1200">
          <a:solidFill>
            <a:schemeClr val="tx1"/>
          </a:solidFill>
          <a:latin typeface="+mn-lt"/>
          <a:ea typeface="+mn-ea"/>
          <a:cs typeface="+mn-cs"/>
        </a:defRPr>
      </a:lvl8pPr>
      <a:lvl9pPr marL="6339718" algn="l" defTabSz="1584930" rtl="0" eaLnBrk="1" latinLnBrk="0" hangingPunct="1">
        <a:defRPr sz="312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tângulo 3">
            <a:extLst>
              <a:ext uri="{FF2B5EF4-FFF2-40B4-BE49-F238E27FC236}">
                <a16:creationId xmlns:a16="http://schemas.microsoft.com/office/drawing/2014/main" id="{012140A0-F124-477E-6667-9F3840FBD20F}"/>
              </a:ext>
            </a:extLst>
          </p:cNvPr>
          <p:cNvSpPr/>
          <p:nvPr/>
        </p:nvSpPr>
        <p:spPr>
          <a:xfrm>
            <a:off x="209550" y="209550"/>
            <a:ext cx="2914650" cy="1146810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6" name="Retângulo 5">
            <a:extLst>
              <a:ext uri="{FF2B5EF4-FFF2-40B4-BE49-F238E27FC236}">
                <a16:creationId xmlns:a16="http://schemas.microsoft.com/office/drawing/2014/main" id="{DE7007B7-D20B-6504-DC04-897BF262A5CE}"/>
              </a:ext>
            </a:extLst>
          </p:cNvPr>
          <p:cNvSpPr/>
          <p:nvPr/>
        </p:nvSpPr>
        <p:spPr>
          <a:xfrm>
            <a:off x="3352800" y="209550"/>
            <a:ext cx="3492000" cy="211455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8" name="Retângulo 7">
            <a:extLst>
              <a:ext uri="{FF2B5EF4-FFF2-40B4-BE49-F238E27FC236}">
                <a16:creationId xmlns:a16="http://schemas.microsoft.com/office/drawing/2014/main" id="{15213908-F49B-585D-0B2B-C50F11FEB5E3}"/>
              </a:ext>
            </a:extLst>
          </p:cNvPr>
          <p:cNvSpPr/>
          <p:nvPr/>
        </p:nvSpPr>
        <p:spPr>
          <a:xfrm>
            <a:off x="3352800" y="2571750"/>
            <a:ext cx="14725650" cy="497205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" name="Retângulo 9">
            <a:extLst>
              <a:ext uri="{FF2B5EF4-FFF2-40B4-BE49-F238E27FC236}">
                <a16:creationId xmlns:a16="http://schemas.microsoft.com/office/drawing/2014/main" id="{16BF0105-875A-DCEF-C234-17A1B348F0D4}"/>
              </a:ext>
            </a:extLst>
          </p:cNvPr>
          <p:cNvSpPr/>
          <p:nvPr/>
        </p:nvSpPr>
        <p:spPr>
          <a:xfrm>
            <a:off x="3352800" y="7791450"/>
            <a:ext cx="7239000" cy="388620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2" name="Retângulo 11">
            <a:extLst>
              <a:ext uri="{FF2B5EF4-FFF2-40B4-BE49-F238E27FC236}">
                <a16:creationId xmlns:a16="http://schemas.microsoft.com/office/drawing/2014/main" id="{49C81F0E-C363-272A-2480-4EE261A7D432}"/>
              </a:ext>
            </a:extLst>
          </p:cNvPr>
          <p:cNvSpPr/>
          <p:nvPr/>
        </p:nvSpPr>
        <p:spPr>
          <a:xfrm>
            <a:off x="7099800" y="209550"/>
            <a:ext cx="3492000" cy="211455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4" name="Retângulo 13">
            <a:extLst>
              <a:ext uri="{FF2B5EF4-FFF2-40B4-BE49-F238E27FC236}">
                <a16:creationId xmlns:a16="http://schemas.microsoft.com/office/drawing/2014/main" id="{9D6B006E-1BFA-E79C-8876-B1BC4557FDE7}"/>
              </a:ext>
            </a:extLst>
          </p:cNvPr>
          <p:cNvSpPr/>
          <p:nvPr/>
        </p:nvSpPr>
        <p:spPr>
          <a:xfrm>
            <a:off x="10839450" y="209550"/>
            <a:ext cx="3492000" cy="211455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6" name="Retângulo 15">
            <a:extLst>
              <a:ext uri="{FF2B5EF4-FFF2-40B4-BE49-F238E27FC236}">
                <a16:creationId xmlns:a16="http://schemas.microsoft.com/office/drawing/2014/main" id="{9650CDF3-D35C-A924-5B33-3D4CC729A093}"/>
              </a:ext>
            </a:extLst>
          </p:cNvPr>
          <p:cNvSpPr/>
          <p:nvPr/>
        </p:nvSpPr>
        <p:spPr>
          <a:xfrm>
            <a:off x="14586450" y="209550"/>
            <a:ext cx="3492000" cy="211455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8" name="Retângulo 17">
            <a:extLst>
              <a:ext uri="{FF2B5EF4-FFF2-40B4-BE49-F238E27FC236}">
                <a16:creationId xmlns:a16="http://schemas.microsoft.com/office/drawing/2014/main" id="{7CF65801-D627-AC2B-B421-B84E270DF37C}"/>
              </a:ext>
            </a:extLst>
          </p:cNvPr>
          <p:cNvSpPr/>
          <p:nvPr/>
        </p:nvSpPr>
        <p:spPr>
          <a:xfrm>
            <a:off x="10839450" y="7791450"/>
            <a:ext cx="7239000" cy="388620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892301582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Tema do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Tema do 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Tema do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4</TotalTime>
  <Words>0</Words>
  <Application>Microsoft Office PowerPoint</Application>
  <PresentationFormat>Personalizar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Tema do Office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Guilherme Nunes</dc:creator>
  <cp:lastModifiedBy>Guilherme Nunes</cp:lastModifiedBy>
  <cp:revision>2</cp:revision>
  <dcterms:created xsi:type="dcterms:W3CDTF">2026-08-01T04:52:00Z</dcterms:created>
  <dcterms:modified xsi:type="dcterms:W3CDTF">2026-08-01T04:56:05Z</dcterms:modified>
</cp:coreProperties>
</file>